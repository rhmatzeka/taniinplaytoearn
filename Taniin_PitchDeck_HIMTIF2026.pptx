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7358/ijbe.10.2.351" TargetMode="External"/><Relationship Id="rId2" Type="http://schemas.openxmlformats.org/officeDocument/2006/relationships/hyperlink" Target="https://doi.org/10.1007/978-3-031-91405-8_8" TargetMode="External"/><Relationship Id="rId3" Type="http://schemas.openxmlformats.org/officeDocument/2006/relationships/hyperlink" Target="https://doi.org/10.1007/978-3-031-91405-8_20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8A5A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91695" cy="164592"/>
          </a:xfrm>
          <a:prstGeom prst="rect">
            <a:avLst/>
          </a:prstGeom>
          <a:solidFill>
            <a:srgbClr val="52E07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500" kern="0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Game Tani, Biar AI yang Kerja, Kamu yang Cuan!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Bertani Pertama dengan Asisten AI Pintar &amp; Aset Digital Nyata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MEMPERKENALKAN TIM KAMI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645920"/>
            <a:ext cx="8897112" cy="4023360"/>
          </a:xfrm>
          <a:prstGeom prst="roundRect">
            <a:avLst>
              <a:gd name="adj" fmla="val 1136"/>
            </a:avLst>
          </a:prstGeom>
          <a:solidFill>
            <a:srgbClr val="1B3A24"/>
          </a:solidFill>
          <a:ln w="50800">
            <a:solidFill>
              <a:srgbClr val="8A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192024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 [NAMA TIM]
</a:t>
            </a:r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HIPSTER (Designer) — [Nama Kamu]
</a:t>
            </a:r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Menjaga keindahan visual dan kenyamanan UI/UX game.
</a:t>
            </a:r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HACKER (Developer) — [Nama Teman]
</a:t>
            </a:r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Membangun kode smart contract, Flame engine, dan Groq AI.
</a:t>
            </a:r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HUSTLER (Strategist) — [Nama Teman]
</a:t>
            </a:r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Memvalidasi masalah pasar, rencana bisnis, dan roadmap.
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C0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  ·  Main Game Tani, Biar AI yang Capek, Kamu yang Cuan!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446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taniin.rahmateka.my.id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46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LATAR BELAKANG: MASALAH BERBASIS DATA JURNAL ILMIAH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645920"/>
            <a:ext cx="8897112" cy="4023360"/>
          </a:xfrm>
          <a:prstGeom prst="roundRect">
            <a:avLst>
              <a:gd name="adj" fmla="val 1136"/>
            </a:avLst>
          </a:prstGeom>
          <a:solidFill>
            <a:srgbClr val="1B3A24"/>
          </a:solidFill>
          <a:ln w="50800">
            <a:solidFill>
              <a:srgbClr val="8A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1783080"/>
            <a:ext cx="8321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INDONESIA NEGARA GAMER RAKSASA
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Lebih dari 111 juta masyarakat aktif bermain game, didorong oleh tren pembelian freemium in-game items.
</a:t>
            </a:r>
            <a:pPr algn="l" indent="0" marL="0">
              <a:buNone/>
            </a:pPr>
            <a:r>
              <a:rPr lang="en-US" sz="1100" u="sng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[Sumber: Jurnal Bisnis IPB, DOI: 10.17358/ijbe.10.2.351]
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HAMBATAN ADOPSI BLOCKCHAIN / WEB3 KARENA RUMIT
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Kurva belajar dompet digital yang curam dan keharusan sign pop-up transaksi berulang menghambat adopsi massal.
</a:t>
            </a:r>
            <a:pPr algn="l" indent="0" marL="0">
              <a:buNone/>
            </a:pPr>
            <a:r>
              <a:rPr lang="en-US" sz="1100" u="sng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[Sumber: Jurnal Springer Nature, DOI: 10.1007/978-3-031-91405-8_8]
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KEBUTUHAN PENGELOLAAN ASET GAME SECARA TRANSPARAN
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Integrasi NFT menjamin kepemilikan aset yang sah dan aman, memberikan utilitas ekonomi riil dalam ekosistem game.
</a:t>
            </a:r>
            <a:pPr algn="l" indent="0" marL="0">
              <a:buNone/>
            </a:pPr>
            <a:r>
              <a:rPr lang="en-US" sz="1100" u="sng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[Sumber: Jurnal Springer Nature, DOI: 10.1007/978-3-031-91405-8_20]
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C0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  ·  Main Game Tani, Biar AI yang Capek, Kamu yang Cuan!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446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taniin.rahmateka.my.id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46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SOLUSI TANIIN: ASISTEN AI OTONOM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645920"/>
            <a:ext cx="8897112" cy="4023360"/>
          </a:xfrm>
          <a:prstGeom prst="roundRect">
            <a:avLst>
              <a:gd name="adj" fmla="val 1136"/>
            </a:avLst>
          </a:prstGeom>
          <a:solidFill>
            <a:srgbClr val="1B3A24"/>
          </a:solidFill>
          <a:ln w="50800">
            <a:solidFill>
              <a:srgbClr val="8A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192024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ASISTEN AI OTONOM PEMBERANTAS GRINDING
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Pemain cukup memerintah AI lewat chat bahasa sehari-hari untuk melakukan grinding bertani secara otonom.
</a:t>
            </a:r>
            <a:pPr algn="l" indent="0" marL="0">
              <a:buNone/>
            </a:pPr>
            <a:r>
              <a:rPr lang="en-US" sz="2000" b="1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DELEGASI TRANSAKSI BLOCKCHAIN TANPA POP-UP (GASLESS)
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Kasir backend otomatis mengurus tanda tangan transaksi on-chain, menghapus kerumitan wallet untuk pemain awam.
</a:t>
            </a:r>
            <a:pPr algn="l" indent="0" marL="0">
              <a:buNone/>
            </a:pPr>
            <a:r>
              <a:rPr lang="en-US" sz="2000" b="1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KEPEMILIKAN ASET DIGITAL MUTLAK &amp; TRANSPARAN
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Lahan pertanian &amp; hasil panen diwakili NFT/Token Sepolia asli dengan nilai ekonomi yang bisa di-withdraw kapan saja.
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C0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  ·  Main Game Tani, Biar AI yang Capek, Kamu yang Cuan!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446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taniin.rahmateka.my.id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46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SIKLUS PERMAINAN YANG SANGAT GAMPANG!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645920"/>
            <a:ext cx="8897112" cy="4023360"/>
          </a:xfrm>
          <a:prstGeom prst="roundRect">
            <a:avLst>
              <a:gd name="adj" fmla="val 1136"/>
            </a:avLst>
          </a:prstGeom>
          <a:solidFill>
            <a:srgbClr val="1B3A24"/>
          </a:solidFill>
          <a:ln w="50800">
            <a:solidFill>
              <a:srgbClr val="8A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210312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BELI BIBIT (Toko Ucup)
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SURUH AI MENANAM &amp; MERAWAT (Tinggal Chat)
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PANEN &amp; SWAP (WD ke ETH/TANI)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C0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  ·  Main Game Tani, Biar AI yang Capek, Kamu yang Cuan!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446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taniin.rahmateka.my.id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46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MENGAPA SOLUSI INI VALID &amp; BERHASIL?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645920"/>
            <a:ext cx="8897112" cy="4023360"/>
          </a:xfrm>
          <a:prstGeom prst="roundRect">
            <a:avLst>
              <a:gd name="adj" fmla="val 1136"/>
            </a:avLst>
          </a:prstGeom>
          <a:solidFill>
            <a:srgbClr val="1B3A24"/>
          </a:solidFill>
          <a:ln w="50800">
            <a:solidFill>
              <a:srgbClr val="8A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1828800"/>
            <a:ext cx="8321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MAIN LANGSUNG TANPA RIBET
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Pemain tidak perlu setup wallet atau konfirmasi MetaMask berkali-kali untuk menanam/memanen. Semua diproses instan.
</a:t>
            </a:r>
            <a:pPr algn="l" indent="0" marL="0">
              <a:buNone/>
            </a:pPr>
            <a:r>
              <a:rPr lang="en-US" sz="2000" b="1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BERMAIN SEBAGAI MANAJER STRATEGI
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AI menyelesaikan pekerjaan monoton klik tanah secara otonom. Pemain fokus pada strategi menukar dan mengelola koin.
</a:t>
            </a:r>
            <a:pPr algn="l" indent="0" marL="0">
              <a:buNone/>
            </a:pPr>
            <a:r>
              <a:rPr lang="en-US" sz="2000" b="1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BISA DIMAINKAN SECARA OFFLINE (LOKAL)
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Jika jaringan internet lambat, AI otomatis berjalan secara lokal di browser agar visual map tetap lancar dan tidak lag.
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C0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  ·  Main Game Tani, Biar AI yang Capek, Kamu yang Cuan!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446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taniin.rahmateka.my.id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46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KEUNGGULAN KOMPETITIF TANIIN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645920"/>
            <a:ext cx="8897112" cy="4023360"/>
          </a:xfrm>
          <a:prstGeom prst="roundRect">
            <a:avLst>
              <a:gd name="adj" fmla="val 1136"/>
            </a:avLst>
          </a:prstGeom>
          <a:solidFill>
            <a:srgbClr val="1B3A24"/>
          </a:solidFill>
          <a:ln w="50800">
            <a:solidFill>
              <a:srgbClr val="8A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1828800"/>
            <a:ext cx="8321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AI KAMI BUKAN CHATBOT BIASA
</a:t>
            </a:r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AI game lain hanya membalas teks. Pak Tani AI benar-benar bergerak di map untuk membeli benih, menanam, dan memanen.
</a:t>
            </a:r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TRANSAKSI DI BELAKANG LAYAR (GASLESS)
</a:t>
            </a:r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Kasir digital terpusat mengurus persetujuan blockchain secara instan, membuat onboarding 100% bebas hambatan.
</a:t>
            </a:r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ANTI-BENTROK KONTROL GAME
</a:t>
            </a:r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Keyboard game WASD dinonaktifkan otomatis saat mengetik di kolom chat, agar karakter tidak berjalan tidak terkendali.
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C0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  ·  Main Game Tani, Biar AI yang Capek, Kamu yang Cuan!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446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taniin.rahmateka.my.id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46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PEMBUKTIAN LIVE DEMO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645920"/>
            <a:ext cx="8897112" cy="4023360"/>
          </a:xfrm>
          <a:prstGeom prst="roundRect">
            <a:avLst>
              <a:gd name="adj" fmla="val 1136"/>
            </a:avLst>
          </a:prstGeom>
          <a:solidFill>
            <a:srgbClr val="1B3A24"/>
          </a:solidFill>
          <a:ln w="50800">
            <a:solidFill>
              <a:srgbClr val="8A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210312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CONNECT METAMASK
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CHAT AI UNTUK BERTANI
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TARIK ETH &amp; CEK BUKTI ETHERSCAN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C0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  ·  Main Game Tani, Biar AI yang Capek, Kamu yang Cuan!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446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taniin.rahmateka.my.id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46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TANIIN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645920"/>
            <a:ext cx="8897112" cy="4023360"/>
          </a:xfrm>
          <a:prstGeom prst="roundRect">
            <a:avLst>
              <a:gd name="adj" fmla="val 1136"/>
            </a:avLst>
          </a:prstGeom>
          <a:solidFill>
            <a:srgbClr val="1B3A24"/>
          </a:solidFill>
          <a:ln w="50800">
            <a:solidFill>
              <a:srgbClr val="8A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182880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1 — MVP (Sekarang)
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Mekanik bertani, AI Agent otonom, swap koin on-chain Sepolia live.
</a:t>
            </a:r>
            <a:pPr algn="l" indent="0" marL="0">
              <a:buNone/>
            </a:pPr>
            <a:r>
              <a:rPr lang="en-US" sz="1600" b="1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2 — Keamanan &amp; AA
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Integrasi ERC-4337 smart account agar hak aksi AI dibatasi dengan aman.
</a:t>
            </a:r>
            <a:pPr algn="l" indent="0" marL="0">
              <a:buNone/>
            </a:pPr>
            <a:r>
              <a:rPr lang="en-US" sz="1600" b="1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3 — Sewa Lahan NFT
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Pemain bisa menyewakan Lahan NFT secara on-chain dan bagi hasil otomatis.
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C0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  ·  Main Game Tani, Biar AI yang Capek, Kamu yang Cuan!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446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taniin.rahmateka.my.id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46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TANYA JAWAB (Q&amp;A)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645920" y="1645920"/>
            <a:ext cx="8897112" cy="4023360"/>
          </a:xfrm>
          <a:prstGeom prst="roundRect">
            <a:avLst>
              <a:gd name="adj" fmla="val 1136"/>
            </a:avLst>
          </a:prstGeom>
          <a:solidFill>
            <a:srgbClr val="1B3A24"/>
          </a:solidFill>
          <a:ln w="50800">
            <a:solidFill>
              <a:srgbClr val="8A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210312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
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taniin.rahmateka.my.id
</a:t>
            </a:r>
            <a:pPr algn="ctr" indent="0" marL="0">
              <a:buNone/>
            </a:pPr>
            <a:r>
              <a:rPr lang="en-US" sz="1600" dirty="0">
                <a:solidFill>
                  <a:srgbClr val="52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Terima Kasih — Silakan Bertanya!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C0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  ·  Main Game Tani, Biar AI yang Capek, Kamu yang Cuan!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446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taniin.rahmateka.my.id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46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C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Taniin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Taniin - Pitch Deck Final Jurnal</dc:title>
  <dc:subject>PptxGenJS Presentation</dc:subject>
  <dc:creator>Tim Taniin</dc:creator>
  <cp:lastModifiedBy>Tim Taniin</cp:lastModifiedBy>
  <cp:revision>1</cp:revision>
  <dcterms:created xsi:type="dcterms:W3CDTF">2026-06-16T13:33:48Z</dcterms:created>
  <dcterms:modified xsi:type="dcterms:W3CDTF">2026-06-16T13:33:48Z</dcterms:modified>
</cp:coreProperties>
</file>